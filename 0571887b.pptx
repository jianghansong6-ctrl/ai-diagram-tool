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硬件设计方面主要包含 ：电源的设计、串口下载电路</a:t>
            </a:r>
            <a:br/>
            <a:r>
              <a:t>的设计、LCD 驱动电路的设计、音频编解码电路的设计。</a:t>
            </a:r>
            <a:br/>
            <a:r>
              <a:t>通过这几大模块共同实现桌面智能小摆件的相应功能。其</a:t>
            </a:r>
            <a:br/>
            <a:r>
              <a:t>中，电源电路设计实现了将 TYPE-C 接口提供的 5 V 电</a:t>
            </a:r>
            <a:br/>
            <a:r>
              <a:t>压转换至 3.3 V 电压。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74420"/>
            <a:ext cx="8686800" cy="5715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67437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桌面智能小摆件硬件设计框图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2903220"/>
            <a:ext cx="685800" cy="457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TYPE-C 5V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1645920"/>
            <a:ext cx="1828800" cy="29718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电源设计</a:t>
            </a:r>
            <a:br/>
            <a:r>
              <a:t>5V → 3.3V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9100" y="1760220"/>
            <a:ext cx="1943100" cy="8001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串口下载电路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9100" y="2903220"/>
            <a:ext cx="1943100" cy="8001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LCD 驱动电路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9100" y="4046220"/>
            <a:ext cx="1943100" cy="8001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音频编解码电路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28700" y="3131820"/>
            <a:ext cx="1143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71800" y="2160270"/>
            <a:ext cx="12573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71800" y="3303270"/>
            <a:ext cx="12573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71800" y="4446270"/>
            <a:ext cx="12573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