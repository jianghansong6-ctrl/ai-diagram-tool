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8400" y="1524000"/>
            <a:ext cx="262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3B82F6"/>
                </a:solidFill>
              </a:defRPr>
            </a:pPr>
            <a:r>
              <a:t>● 磨损静态 15%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400" y="1790700"/>
            <a:ext cx="262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E74C3C"/>
                </a:solidFill>
              </a:defRPr>
            </a:pPr>
            <a:r>
              <a:t>● 转速动态 15%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48400" y="2057400"/>
            <a:ext cx="262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10B981"/>
                </a:solidFill>
              </a:defRPr>
            </a:pPr>
            <a:r>
              <a:t>● 软件计算 10%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48400" y="2324100"/>
            <a:ext cx="262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F59E0B"/>
                </a:solidFill>
              </a:defRPr>
            </a:pPr>
            <a:r>
              <a:t>● 数据采集 10%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0" y="2590800"/>
            <a:ext cx="262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8B5CF6"/>
                </a:solidFill>
              </a:defRPr>
            </a:pPr>
            <a:r>
              <a:t>● 数据处理 10%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8400" y="2857500"/>
            <a:ext cx="262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EC4899"/>
                </a:solidFill>
              </a:defRPr>
            </a:pPr>
            <a:r>
              <a:t>● 参数设置 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8400" y="3124200"/>
            <a:ext cx="262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6B6D4"/>
                </a:solidFill>
              </a:defRPr>
            </a:pPr>
            <a:r>
              <a:t>● 显控报警 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0" y="3390900"/>
            <a:ext cx="262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F97316"/>
                </a:solidFill>
              </a:defRPr>
            </a:pPr>
            <a:r>
              <a:t>● 趋势记录 15%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33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1A1A2E"/>
                </a:solidFill>
              </a:defRPr>
            </a:pPr>
            <a:r>
              <a:t>基于电涡流传感器的水润滑轴承磨损监测系统功能组成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