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905000" y="4945380"/>
            <a:ext cx="4572000" cy="0"/>
          </a:xfrm>
          <a:prstGeom prst="line">
            <a:avLst/>
          </a:prstGeom>
          <a:ln w="63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905000" y="4404360"/>
            <a:ext cx="4572000" cy="0"/>
          </a:xfrm>
          <a:prstGeom prst="line">
            <a:avLst/>
          </a:prstGeom>
          <a:ln w="63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905000" y="3863339"/>
            <a:ext cx="4572000" cy="0"/>
          </a:xfrm>
          <a:prstGeom prst="line">
            <a:avLst/>
          </a:prstGeom>
          <a:ln w="63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905000" y="3322320"/>
            <a:ext cx="4572000" cy="0"/>
          </a:xfrm>
          <a:prstGeom prst="line">
            <a:avLst/>
          </a:prstGeom>
          <a:ln w="63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905000" y="2773680"/>
            <a:ext cx="4572000" cy="0"/>
          </a:xfrm>
          <a:prstGeom prst="line">
            <a:avLst/>
          </a:prstGeom>
          <a:ln w="63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905000" y="2232660"/>
            <a:ext cx="4572000" cy="0"/>
          </a:xfrm>
          <a:prstGeom prst="line">
            <a:avLst/>
          </a:prstGeom>
          <a:ln w="63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905000" y="1691639"/>
            <a:ext cx="4572000" cy="0"/>
          </a:xfrm>
          <a:prstGeom prst="line">
            <a:avLst/>
          </a:prstGeom>
          <a:ln w="63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905000" y="1150620"/>
            <a:ext cx="4572000" cy="0"/>
          </a:xfrm>
          <a:prstGeom prst="line">
            <a:avLst/>
          </a:prstGeom>
          <a:ln w="63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905000" y="5486400"/>
            <a:ext cx="4572000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905000" y="609600"/>
            <a:ext cx="0" cy="487680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905000" y="3413760"/>
            <a:ext cx="762000" cy="419100"/>
          </a:xfrm>
          <a:prstGeom prst="line">
            <a:avLst/>
          </a:prstGeom>
          <a:ln w="317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667000" y="3101340"/>
            <a:ext cx="762000" cy="312420"/>
          </a:xfrm>
          <a:prstGeom prst="line">
            <a:avLst/>
          </a:prstGeom>
          <a:ln w="317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429000" y="2682240"/>
            <a:ext cx="761999" cy="419100"/>
          </a:xfrm>
          <a:prstGeom prst="line">
            <a:avLst/>
          </a:prstGeom>
          <a:ln w="317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190999" y="2232660"/>
            <a:ext cx="762001" cy="449580"/>
          </a:xfrm>
          <a:prstGeom prst="line">
            <a:avLst/>
          </a:prstGeom>
          <a:ln w="317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953000" y="1783080"/>
            <a:ext cx="762000" cy="449580"/>
          </a:xfrm>
          <a:prstGeom prst="line">
            <a:avLst/>
          </a:prstGeom>
          <a:ln w="317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5715000" y="1211580"/>
            <a:ext cx="762000" cy="571500"/>
          </a:xfrm>
          <a:prstGeom prst="line">
            <a:avLst/>
          </a:prstGeom>
          <a:ln w="3175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05000" y="3512820"/>
            <a:ext cx="762000" cy="411480"/>
          </a:xfrm>
          <a:prstGeom prst="line">
            <a:avLst/>
          </a:prstGeom>
          <a:ln w="31750">
            <a:solidFill>
              <a:srgbClr val="E74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667000" y="3177540"/>
            <a:ext cx="762000" cy="335280"/>
          </a:xfrm>
          <a:prstGeom prst="line">
            <a:avLst/>
          </a:prstGeom>
          <a:ln w="31750">
            <a:solidFill>
              <a:srgbClr val="E74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429000" y="2811780"/>
            <a:ext cx="761999" cy="365760"/>
          </a:xfrm>
          <a:prstGeom prst="line">
            <a:avLst/>
          </a:prstGeom>
          <a:ln w="31750">
            <a:solidFill>
              <a:srgbClr val="E74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4190999" y="2369820"/>
            <a:ext cx="762001" cy="441960"/>
          </a:xfrm>
          <a:prstGeom prst="line">
            <a:avLst/>
          </a:prstGeom>
          <a:ln w="31750">
            <a:solidFill>
              <a:srgbClr val="E74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4953000" y="1920240"/>
            <a:ext cx="762000" cy="449580"/>
          </a:xfrm>
          <a:prstGeom prst="line">
            <a:avLst/>
          </a:prstGeom>
          <a:ln w="31750">
            <a:solidFill>
              <a:srgbClr val="E74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5715000" y="1539240"/>
            <a:ext cx="762000" cy="381000"/>
          </a:xfrm>
          <a:prstGeom prst="line">
            <a:avLst/>
          </a:prstGeom>
          <a:ln w="31750">
            <a:solidFill>
              <a:srgbClr val="E74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1866900" y="3794759"/>
            <a:ext cx="76200" cy="76200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628900" y="3375660"/>
            <a:ext cx="76200" cy="76200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390900" y="3063240"/>
            <a:ext cx="76200" cy="76200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152899" y="2644140"/>
            <a:ext cx="76200" cy="76200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914900" y="2194560"/>
            <a:ext cx="76200" cy="76200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676900" y="1744980"/>
            <a:ext cx="76200" cy="76200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38899" y="1173480"/>
            <a:ext cx="76200" cy="76200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866900" y="3886200"/>
            <a:ext cx="76200" cy="76200"/>
          </a:xfrm>
          <a:prstGeom prst="ellipse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628900" y="3474720"/>
            <a:ext cx="76200" cy="76200"/>
          </a:xfrm>
          <a:prstGeom prst="ellipse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390900" y="3139440"/>
            <a:ext cx="76200" cy="76200"/>
          </a:xfrm>
          <a:prstGeom prst="ellipse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152899" y="2773680"/>
            <a:ext cx="76200" cy="76200"/>
          </a:xfrm>
          <a:prstGeom prst="ellipse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914900" y="2331720"/>
            <a:ext cx="76200" cy="76200"/>
          </a:xfrm>
          <a:prstGeom prst="ellipse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676900" y="1882140"/>
            <a:ext cx="76200" cy="76200"/>
          </a:xfrm>
          <a:prstGeom prst="ellipse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38899" y="1501140"/>
            <a:ext cx="76200" cy="76200"/>
          </a:xfrm>
          <a:prstGeom prst="ellipse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28800" y="5524500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4B5563"/>
                </a:solidFill>
              </a:defRPr>
            </a:pPr>
            <a: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28800" y="4983480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4B5563"/>
                </a:solidFill>
              </a:defRPr>
            </a:pPr>
            <a: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0" y="4442460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4B5563"/>
                </a:solidFill>
              </a:defRPr>
            </a:pPr>
            <a:r>
              <a:t>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3901440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4B5563"/>
                </a:solidFill>
              </a:defRPr>
            </a:pPr>
            <a: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28800" y="3360420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4B5563"/>
                </a:solidFill>
              </a:defRPr>
            </a:pPr>
            <a:r>
              <a:t>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0" y="2811780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4B5563"/>
                </a:solidFill>
              </a:defRPr>
            </a:pPr>
            <a:r>
              <a:t>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28800" y="2270760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4B5563"/>
                </a:solidFill>
              </a:defRPr>
            </a:pPr>
            <a:r>
              <a:t>30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0" y="1729740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4B5563"/>
                </a:solidFill>
              </a:defRPr>
            </a:pPr>
            <a:r>
              <a:t>35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1188720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>
                <a:solidFill>
                  <a:srgbClr val="4B5563"/>
                </a:solidFill>
              </a:defRPr>
            </a:pPr>
            <a:r>
              <a:t>40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05000" y="5638800"/>
            <a:ext cx="696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B5563"/>
                </a:solidFill>
              </a:defRPr>
            </a:pPr>
            <a:r>
              <a:t>0.10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67000" y="5638800"/>
            <a:ext cx="6202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B5563"/>
                </a:solidFill>
              </a:defRPr>
            </a:pPr>
            <a:r>
              <a:t>0.15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29000" y="5638800"/>
            <a:ext cx="5440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B5563"/>
                </a:solidFill>
              </a:defRPr>
            </a:pPr>
            <a:r>
              <a:t>0.20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90999" y="5638800"/>
            <a:ext cx="467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B5563"/>
                </a:solidFill>
              </a:defRPr>
            </a:pPr>
            <a:r>
              <a:t>0.25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53000" y="5638800"/>
            <a:ext cx="3916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B5563"/>
                </a:solidFill>
              </a:defRPr>
            </a:pPr>
            <a:r>
              <a:t>0.30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15000" y="563880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B5563"/>
                </a:solidFill>
              </a:defRPr>
            </a:pPr>
            <a:r>
              <a:t>0.35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77000" y="5638800"/>
            <a:ext cx="2392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4B5563"/>
                </a:solidFill>
              </a:defRPr>
            </a:pPr>
            <a:r>
              <a:t>0.40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90999" y="5867400"/>
            <a:ext cx="4678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4B5563"/>
                </a:solidFill>
              </a:defRPr>
            </a:pPr>
            <a:r>
              <a:t>供水压力/MPa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05000" y="533400"/>
            <a:ext cx="696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4B5563"/>
                </a:solidFill>
              </a:defRPr>
            </a:pPr>
            <a:r>
              <a:t>水膜压力/kPa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858000" y="1143000"/>
            <a:ext cx="152400" cy="152400"/>
          </a:xfrm>
          <a:prstGeom prst="rect">
            <a:avLst/>
          </a:prstGeom>
          <a:solidFill>
            <a:srgbClr val="3B82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048500" y="12573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1A1A2E"/>
                </a:solidFill>
              </a:defRPr>
            </a:pPr>
            <a:r>
              <a:t>本文方法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858000" y="1371600"/>
            <a:ext cx="152400" cy="152400"/>
          </a:xfrm>
          <a:prstGeom prst="rect">
            <a:avLst/>
          </a:prstGeom>
          <a:solidFill>
            <a:srgbClr val="E74C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048500" y="14859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1A1A2E"/>
                </a:solidFill>
              </a:defRPr>
            </a:pPr>
            <a:r>
              <a:t>方法1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0" y="21336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1A1A2E"/>
                </a:solidFill>
              </a:defRPr>
            </a:pPr>
            <a:r>
              <a:t>不同供水压力下水膜压力对比（传感器1）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