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0" y="5181600"/>
            <a:ext cx="1524000" cy="30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打开百度地图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10000" y="4572000"/>
            <a:ext cx="1524000" cy="30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点击底部"地图开放平台"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0" y="3962399"/>
            <a:ext cx="1524000" cy="30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进入"开发者频道"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0" y="3352800"/>
            <a:ext cx="1524000" cy="30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点击"开发者工具"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0" y="2743200"/>
            <a:ext cx="1524000" cy="30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点击"坐标拾取器"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0" y="2133600"/>
            <a:ext cx="1524000" cy="30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在搜索栏输入位置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0" y="1524000"/>
            <a:ext cx="1524000" cy="30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地图显示位置及经纬度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572000" y="4876800"/>
            <a:ext cx="0" cy="3048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572000" y="4267200"/>
            <a:ext cx="0" cy="3048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72000" y="3657600"/>
            <a:ext cx="0" cy="304799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572000" y="3048000"/>
            <a:ext cx="0" cy="3048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572000" y="2438400"/>
            <a:ext cx="0" cy="3048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572000" y="1828800"/>
            <a:ext cx="0" cy="3048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572000" y="1295400"/>
            <a:ext cx="0" cy="2286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914400"/>
            <a:ext cx="1828800" cy="381000"/>
          </a:xfrm>
          <a:prstGeom prst="roundRect">
            <a:avLst/>
          </a:prstGeom>
          <a:solidFill>
            <a:srgbClr val="FEF9E7"/>
          </a:solidFill>
          <a:ln w="381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显示的"坐标"即为经纬度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2E"/>
                </a:solidFill>
              </a:defRPr>
            </a:pPr>
            <a:r>
              <a:t>百度地图查看经纬度操作流程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