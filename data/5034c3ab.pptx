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0" y="228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1A1A2E"/>
                </a:solidFill>
              </a:defRPr>
            </a:pPr>
            <a:r>
              <a:t>基于管理信息化的钢铁企业制造系统设计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685800"/>
            <a:ext cx="6400800" cy="1143000"/>
          </a:xfrm>
          <a:prstGeom prst="roundRect">
            <a:avLst/>
          </a:prstGeom>
          <a:solidFill>
            <a:srgbClr val="FDEDEC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L3层：Web服务器与云数据中心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57400"/>
            <a:ext cx="6400800" cy="609600"/>
          </a:xfrm>
          <a:prstGeom prst="roundRect">
            <a:avLst/>
          </a:prstGeom>
          <a:solidFill>
            <a:srgbClr val="EBF5FB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L2层：厂区二级数据库与人机交互接口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895600"/>
            <a:ext cx="6400800" cy="60960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L1层：PLC控制器与各类传感器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4000" y="876300"/>
            <a:ext cx="1752600" cy="609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生产管理信息化模块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5200" y="876300"/>
            <a:ext cx="1752600" cy="609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库存管理信息化模块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876300"/>
            <a:ext cx="1752600" cy="609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销售管理信息化模块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1828800"/>
            <a:ext cx="0" cy="228600"/>
          </a:xfrm>
          <a:prstGeom prst="line">
            <a:avLst/>
          </a:prstGeom>
          <a:ln w="381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2667000"/>
            <a:ext cx="0" cy="228600"/>
          </a:xfrm>
          <a:prstGeom prst="line">
            <a:avLst/>
          </a:prstGeom>
          <a:ln w="381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0" y="37337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A1A2E"/>
                </a:solidFill>
              </a:defRPr>
            </a:pPr>
            <a:r>
              <a:t>图1 系统总体架构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