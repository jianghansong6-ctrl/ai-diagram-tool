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0" y="762000"/>
            <a:ext cx="1524000" cy="3429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打开百度地图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10000" y="1562100"/>
            <a:ext cx="1524000" cy="3429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点击地图开放平台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0" y="2362200"/>
            <a:ext cx="1524000" cy="3429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点击坐标拾取器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0" y="3162300"/>
            <a:ext cx="1524000" cy="3429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输入位置到搜索栏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0" y="3962399"/>
            <a:ext cx="1524000" cy="34290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显示位置及经纬度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0" y="4762500"/>
            <a:ext cx="1524000" cy="34290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>
                <a:solidFill>
                  <a:srgbClr val="1A1A2E"/>
                </a:solidFill>
              </a:defRPr>
            </a:pPr>
            <a:r>
              <a:t>获取经纬度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104900"/>
            <a:ext cx="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1905000"/>
            <a:ext cx="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705100"/>
            <a:ext cx="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3505200"/>
            <a:ext cx="0" cy="457199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4305300"/>
            <a:ext cx="0" cy="45720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0" y="213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1A1A2E"/>
                </a:solidFill>
              </a:defRPr>
            </a:pPr>
            <a:r>
              <a:t>百度地图查看经纬度流程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