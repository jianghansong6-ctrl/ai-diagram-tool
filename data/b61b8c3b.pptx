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three proteins in a row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8229600" cy="59436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14500" y="3131820"/>
            <a:ext cx="1600200" cy="800100"/>
          </a:xfrm>
          <a:prstGeom prst="roundRect">
            <a:avLst/>
          </a:prstGeom>
          <a:solidFill>
            <a:srgbClr val="FEF9E7"/>
          </a:solidFill>
          <a:ln w="2540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/>
            </a:pPr>
            <a:r>
              <a:t>Protein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86200" y="3131820"/>
            <a:ext cx="1600200" cy="800100"/>
          </a:xfrm>
          <a:prstGeom prst="roundRect">
            <a:avLst/>
          </a:prstGeom>
          <a:solidFill>
            <a:srgbClr val="FEF9E7"/>
          </a:solidFill>
          <a:ln w="2540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/>
            </a:pPr>
            <a:r>
              <a:t>Protein 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57900" y="3131820"/>
            <a:ext cx="1600200" cy="800100"/>
          </a:xfrm>
          <a:prstGeom prst="roundRect">
            <a:avLst/>
          </a:prstGeom>
          <a:solidFill>
            <a:srgbClr val="FEF9E7"/>
          </a:solidFill>
          <a:ln w="2540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/>
            </a:pPr>
            <a:r>
              <a:t>Protein C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457200" y="3316986"/>
            <a:ext cx="2857500" cy="214884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3531870"/>
            <a:ext cx="571500" cy="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0" y="594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4D03F"/>
                </a:solidFill>
              </a:defRPr>
            </a:pPr>
            <a:r>
              <a:t>Three Proteins in a Row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