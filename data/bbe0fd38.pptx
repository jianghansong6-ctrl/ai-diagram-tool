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62000" y="609600"/>
            <a:ext cx="7619999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1584960"/>
            <a:ext cx="7619999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62000" y="2560320"/>
            <a:ext cx="7619999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62000" y="3535680"/>
            <a:ext cx="7619999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2000" y="4511040"/>
            <a:ext cx="7619999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43000" y="4000500"/>
            <a:ext cx="228600" cy="133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7800" y="4008119"/>
            <a:ext cx="228600" cy="1325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535680"/>
            <a:ext cx="228600" cy="1798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3600" y="3543300"/>
            <a:ext cx="228600" cy="17907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941320"/>
            <a:ext cx="228600" cy="2392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2956560"/>
            <a:ext cx="228600" cy="2377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606040"/>
            <a:ext cx="228600" cy="2727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5200" y="2621280"/>
            <a:ext cx="228600" cy="2712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034540"/>
            <a:ext cx="228600" cy="32994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0999" y="2034540"/>
            <a:ext cx="228600" cy="32994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859280"/>
            <a:ext cx="228600" cy="3474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800" y="1874519"/>
            <a:ext cx="228600" cy="3459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1653540"/>
            <a:ext cx="228600" cy="36804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2600" y="1668780"/>
            <a:ext cx="228600" cy="3665219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303020"/>
            <a:ext cx="228600" cy="40309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</a:defRPr>
            </a:pPr>
            <a:r>
              <a:t>LMS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1310640"/>
            <a:ext cx="228600" cy="4023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系统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0400" y="4572000"/>
            <a:ext cx="152400" cy="152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10400" y="4800600"/>
            <a:ext cx="152400" cy="152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62000" y="5334000"/>
            <a:ext cx="7619999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62000" y="609600"/>
            <a:ext cx="0" cy="47244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7700" y="647700"/>
            <a:ext cx="822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" y="1623060"/>
            <a:ext cx="822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2598420"/>
            <a:ext cx="822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" y="3573780"/>
            <a:ext cx="822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4549140"/>
            <a:ext cx="822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" y="5372100"/>
            <a:ext cx="82219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9700" y="5448300"/>
            <a:ext cx="74599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95499" y="5448300"/>
            <a:ext cx="67741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1300" y="5448300"/>
            <a:ext cx="6088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7100" y="5448300"/>
            <a:ext cx="540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2900" y="5448300"/>
            <a:ext cx="47167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8700" y="5448300"/>
            <a:ext cx="40309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4500" y="5448300"/>
            <a:ext cx="33451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0300" y="5448300"/>
            <a:ext cx="2659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9000" y="46863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A1A2E"/>
                </a:solidFill>
              </a:defRPr>
            </a:pPr>
            <a:r>
              <a:t>LMS计算值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9000" y="49149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A1A2E"/>
                </a:solidFill>
              </a:defRPr>
            </a:pPr>
            <a:r>
              <a:t>系统显示值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3048000"/>
            <a:ext cx="848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距离 (mm)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63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测试序号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213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1A1A2E"/>
                </a:solidFill>
              </a:defRPr>
            </a:pPr>
            <a:r>
              <a:t>基于电涡流传感器的水润滑轴承磨损监测系统 - 磨损量测量精度测试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