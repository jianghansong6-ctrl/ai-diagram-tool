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test diagram box A and box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0" y="11887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Test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200400"/>
            <a:ext cx="914400" cy="640080"/>
          </a:xfrm>
          <a:prstGeom prst="rect">
            <a:avLst/>
          </a:prstGeom>
          <a:solidFill>
            <a:srgbClr val="EBF5FB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Box 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200400"/>
            <a:ext cx="914400" cy="640080"/>
          </a:xfrm>
          <a:prstGeom prst="rect">
            <a:avLst/>
          </a:prstGeom>
          <a:solidFill>
            <a:srgbClr val="FEF9E7"/>
          </a:solidFill>
          <a:ln w="25400">
            <a:solidFill>
              <a:srgbClr val="D4AC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Box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