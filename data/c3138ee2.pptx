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7200"/>
            <a:ext cx="7620000" cy="7620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浏览器端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447800"/>
            <a:ext cx="7620000" cy="11430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FastAPI后端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819400"/>
            <a:ext cx="7620000" cy="533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OpenAI / Anthropic LLM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6300" y="6858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历史记录侧边栏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6858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Canvas画布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0100" y="6858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提示词输入文件上传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7000" y="6858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控制面板导出按钮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6300" y="15621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会话管理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621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LLM客户端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0100" y="15621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文件解析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15621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布局优化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300" y="20193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数据库(SQLite)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0193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提示词模板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0100" y="20193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格式导出 PPTX/SVG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7000" y="2019300"/>
            <a:ext cx="17526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导出器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1219200"/>
            <a:ext cx="0" cy="2286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648200" y="1219200"/>
            <a:ext cx="0" cy="2286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2590800"/>
            <a:ext cx="0" cy="2286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48200" y="2590800"/>
            <a:ext cx="0" cy="2286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21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  <a:r>
              <a:t>系统架构图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13335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F8C8D"/>
                </a:solidFill>
              </a:defRPr>
            </a:pPr>
            <a:r>
              <a:t>HTTP/SSE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27051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F8C8D"/>
                </a:solidFill>
              </a:defRPr>
            </a:pPr>
            <a:r>
              <a:t>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