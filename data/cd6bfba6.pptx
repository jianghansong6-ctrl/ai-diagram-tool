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生成一朵花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71500" y="845820"/>
            <a:ext cx="8001000" cy="5715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0" y="5943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4D03F"/>
                </a:solidFill>
              </a:defRPr>
            </a:pPr>
            <a:r>
              <a:t>一朵花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14850" y="4274820"/>
            <a:ext cx="114300" cy="1714500"/>
          </a:xfrm>
          <a:prstGeom prst="roundRect">
            <a:avLst/>
          </a:prstGeom>
          <a:solidFill>
            <a:srgbClr val="E8F8F5"/>
          </a:solidFill>
          <a:ln w="2540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/>
            </a:pPr>
            <a:r>
              <a:t>茎</a:t>
            </a:r>
          </a:p>
        </p:txBody>
      </p:sp>
      <p:sp>
        <p:nvSpPr>
          <p:cNvPr id="6" name="Oval 5"/>
          <p:cNvSpPr/>
          <p:nvPr/>
        </p:nvSpPr>
        <p:spPr>
          <a:xfrm>
            <a:off x="4229100" y="2788920"/>
            <a:ext cx="685800" cy="685800"/>
          </a:xfrm>
          <a:prstGeom prst="ellipse">
            <a:avLst/>
          </a:prstGeom>
          <a:solidFill>
            <a:srgbClr val="FEF9E7"/>
          </a:solidFill>
          <a:ln w="25400">
            <a:solidFill>
              <a:srgbClr val="D4AC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/>
            </a:pPr>
            <a:r>
              <a:t>花蕊</a:t>
            </a:r>
          </a:p>
        </p:txBody>
      </p:sp>
      <p:sp>
        <p:nvSpPr>
          <p:cNvPr id="7" name="Oval 6"/>
          <p:cNvSpPr/>
          <p:nvPr/>
        </p:nvSpPr>
        <p:spPr>
          <a:xfrm>
            <a:off x="4572000" y="2217420"/>
            <a:ext cx="914400" cy="457200"/>
          </a:xfrm>
          <a:prstGeom prst="ellipse">
            <a:avLst/>
          </a:prstGeom>
          <a:solidFill>
            <a:srgbClr val="FDEDEC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/>
            </a:pPr>
            <a:r>
              <a:t>花瓣</a:t>
            </a:r>
          </a:p>
        </p:txBody>
      </p:sp>
      <p:sp>
        <p:nvSpPr>
          <p:cNvPr id="8" name="Oval 7"/>
          <p:cNvSpPr/>
          <p:nvPr/>
        </p:nvSpPr>
        <p:spPr>
          <a:xfrm>
            <a:off x="4572000" y="4046220"/>
            <a:ext cx="914400" cy="457200"/>
          </a:xfrm>
          <a:prstGeom prst="ellipse">
            <a:avLst/>
          </a:prstGeom>
          <a:solidFill>
            <a:srgbClr val="FDEDEC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657600" y="3131820"/>
            <a:ext cx="914400" cy="457200"/>
          </a:xfrm>
          <a:prstGeom prst="ellipse">
            <a:avLst/>
          </a:prstGeom>
          <a:solidFill>
            <a:srgbClr val="FDEDEC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486400" y="3131820"/>
            <a:ext cx="914400" cy="457200"/>
          </a:xfrm>
          <a:prstGeom prst="ellipse">
            <a:avLst/>
          </a:prstGeom>
          <a:solidFill>
            <a:srgbClr val="FDEDEC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