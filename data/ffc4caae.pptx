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0" y="21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1A1A2E"/>
                </a:solidFill>
              </a:defRPr>
            </a:pPr>
            <a:r>
              <a:t>技术选型一览表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533400"/>
            <a:ext cx="1524000" cy="304800"/>
          </a:xfrm>
          <a:prstGeom prst="rect">
            <a:avLst/>
          </a:prstGeom>
          <a:solidFill>
            <a:srgbClr val="3B82F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层级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533400"/>
            <a:ext cx="2286000" cy="304800"/>
          </a:xfrm>
          <a:prstGeom prst="rect">
            <a:avLst/>
          </a:prstGeom>
          <a:solidFill>
            <a:srgbClr val="3B82F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技术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33400"/>
            <a:ext cx="3810000" cy="304800"/>
          </a:xfrm>
          <a:prstGeom prst="rect">
            <a:avLst/>
          </a:prstGeom>
          <a:solidFill>
            <a:srgbClr val="3B82F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选型理由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838200"/>
            <a:ext cx="1524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前端框架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838200"/>
            <a:ext cx="2286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React 18 + Vite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838200"/>
            <a:ext cx="3810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组件化开发，热更新调试，构建性能优异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104900"/>
            <a:ext cx="1524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图形渲染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104900"/>
            <a:ext cx="2286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HTML5 Canvas 2D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104900"/>
            <a:ext cx="3810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原生高性能 2D 绘图 API，支持逐元素动画渲染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1371600"/>
            <a:ext cx="1524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后端框架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371600"/>
            <a:ext cx="2286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Python FastAPI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371600"/>
            <a:ext cx="3810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高性能异步 Web 框架，原生支持 SSE 流式推送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1638300"/>
            <a:ext cx="1524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AI 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638300"/>
            <a:ext cx="2286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GPT-4o / Claude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638300"/>
            <a:ext cx="3810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业界领先的大语言模型，支持流式输出结构化指令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905000"/>
            <a:ext cx="1524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文件解析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1905000"/>
            <a:ext cx="2286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PyMuPDF / python-docx / pytesseract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905000"/>
            <a:ext cx="3810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PDF、Word 文档解析，图片 OCR 文字识别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2171700"/>
            <a:ext cx="1524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数据存储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2171700"/>
            <a:ext cx="2286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171700"/>
            <a:ext cx="3810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零配置嵌入式数据库，满足单机部署需求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2438400"/>
            <a:ext cx="1524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格式导出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2438400"/>
            <a:ext cx="2286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python-pptx / 自定义 SVG 生成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438400"/>
            <a:ext cx="3810000" cy="2667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支持可编辑 PPTX 和矢量 SVG 两种主流格式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